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this project is an EDA on a global food price dataset, done in a Jupyter notebook with Pandas and Matplotlib.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Loaded from Food_Prices.csv with latin1 encoding. Example records are Afghan bread prices in AFN and South Sudan fuel and sesame prices in SSP.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rows with Unknown region means no price data is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of mp_year value counts, built with Matplotlib. It shows how many records exist per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37744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Food Price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743,914 market price records using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Jessy VM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size, columns, and structure of a large food price dataset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12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60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missing values and duplicates, and fix the gaps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18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patterns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summary statistics and see how records are spread over the years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2834640" cy="301752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9202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743,914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(rows)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commodities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11430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1992–2017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record holds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country, region (adm1_name), market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Commodity: name, unit of measure (e.g. KG), price type (Retail)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mp_price with its currency, plus month and year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e.g. WFP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14600" cy="128016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514600" cy="1280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shape and columns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14600" cy="128016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and duplicates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514600" cy="1280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514600" cy="128016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514600" cy="1280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found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13,949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values in adm1_name (region). All other 17 columns had zero.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regions with "Unknown" instead of deleting rows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Re-checked: missing values dropped to 0 in every column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duplicates with duplicated() and drop_duplicates()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statistics (mp_price)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874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874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874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4,196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1143000"/>
            <a:ext cx="1874520" cy="1280160"/>
          </a:xfrm>
          <a:prstGeom prst="rect">
            <a:avLst/>
          </a:prstGeom>
          <a:solidFill>
            <a:srgbClr val="1F3D2B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5,833,333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546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(4,196) is far above the median (175), so a few huge values pull it 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recorded in 61 different currencies and units, so raw prices are not directly comparable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prices and extreme maximum are worth checking as possible outliers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per year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pic>
        <p:nvPicPr>
          <p:cNvPr id="5" name="Image 0" descr="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4389120" cy="3337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949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6459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has the most records (over 100,000)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to 2016 hold the bulk of the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2003 there are very few records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has noticeably fewer records than 2013 to 2016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dataset: 743,914 rows and 18 columns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column had missing data, now fixed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heavily skewed by mixed currencies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concentrated between 2012 and 2016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prices to one currency (e.g. USD)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outliers and zero prices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price trends for single commodities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price forecasting models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Food Price Analysis</dc:title>
  <dc:subject>PptxGenJS Presentation</dc:subject>
  <dc:creator>PptxGenJS</dc:creator>
  <cp:lastModifiedBy>PptxGenJS</cp:lastModifiedBy>
  <cp:revision>1</cp:revision>
  <dcterms:created xsi:type="dcterms:W3CDTF">2026-09-24T04:56:57Z</dcterms:created>
  <dcterms:modified xsi:type="dcterms:W3CDTF">2026-09-24T04:56:57Z</dcterms:modified>
</cp:coreProperties>
</file>